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 for Bazel Pandoc and Reveal.js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Oskar Solsjö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text, followed by. An image! The image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for Bazel Pandoc and Reveal.js</dc:title>
  <dc:creator>Oskar Solsjö</dc:creator>
  <cp:keywords/>
  <dcterms:created xsi:type="dcterms:W3CDTF">2022-08-03T14:37:13Z</dcterms:created>
  <dcterms:modified xsi:type="dcterms:W3CDTF">2022-08-03T14:37:13Z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ss">
    <vt:lpwstr/>
  </property>
  <property fmtid="{D5CDD505-2E9C-101B-9397-08002B2CF9AE}" pid="3" name="theme">
    <vt:lpwstr>white</vt:lpwstr>
  </property>
</Properties>
</file>